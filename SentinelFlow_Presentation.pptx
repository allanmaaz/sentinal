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91440" cy="32918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F0FF"/>
                </a:solidFill>
                <a:latin typeface="Arial"/>
              </a:defRPr>
            </a:pPr>
            <a:r>
              <a:t>FETCH.AI &amp; ASI:ONE INNOVATION HACKATHON 2026</a:t>
            </a:r>
          </a:p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SentinelFlow</a:t>
            </a:r>
          </a:p>
          <a:p>
            <a:pPr>
              <a:spcAft>
                <a:spcPts val="1800"/>
              </a:spcAft>
              <a:defRPr sz="2200">
                <a:solidFill>
                  <a:srgbClr val="00F0FF"/>
                </a:solidFill>
                <a:latin typeface="Arial"/>
              </a:defRPr>
            </a:pPr>
            <a:r>
              <a:t>The Autonomous 24/7 AI Bodyguard for Everyday Accounts</a:t>
            </a:r>
          </a:p>
          <a:p>
            <a:pPr>
              <a:spcAft>
                <a:spcPts val="36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Sub-Second Account Takeover Defense • 0.1 FET Micropayments • Verifiable SHA-256 Proof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Team F-ups: Meer Mohammed Shoaib • Mohammed Maaz • Prithvi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'Panic Window' — Why Account Takeovers Are Devastating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2800" b="1">
                <a:solidFill>
                  <a:srgbClr val="EF4444"/>
                </a:solidFill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The 2:00 AM Crisis</a:t>
            </a:r>
          </a:p>
          <a:p>
            <a:pPr>
              <a:spcAft>
                <a:spcPts val="1400"/>
              </a:spcAft>
              <a:defRPr sz="1100">
                <a:solidFill>
                  <a:srgbClr val="EF4444"/>
                </a:solidFill>
              </a:defRPr>
            </a:pPr>
            <a:r>
              <a:t>Immediate Shock &amp; Panic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An everyday user receives an alert: 'Unauthorized login from Lagos, Nigeria'. The attacker is actively guessing passwords and bypassing MFA while the victim sleeps.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2011680"/>
            <a:ext cx="24688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28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The 48-Hour Black Hole</a:t>
            </a:r>
          </a:p>
          <a:p>
            <a:pPr>
              <a:spcAft>
                <a:spcPts val="1400"/>
              </a:spcAft>
              <a:defRPr sz="1100">
                <a:solidFill>
                  <a:srgbClr val="F59E0B"/>
                </a:solidFill>
              </a:defRPr>
            </a:pPr>
            <a:r>
              <a:t>Customer Support Latency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Victims send an urgent ticket to support. Industry average response time is 24 to 48 hours. By the time human support reads the email, the damage is irreversible.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011680"/>
            <a:ext cx="24688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2800" b="1">
                <a:solidFill>
                  <a:srgbClr val="EF4444"/>
                </a:solidFill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The Irreversible Damage</a:t>
            </a:r>
          </a:p>
          <a:p>
            <a:pPr>
              <a:spcAft>
                <a:spcPts val="1400"/>
              </a:spcAft>
              <a:defRPr sz="1100">
                <a:solidFill>
                  <a:srgbClr val="EF4444"/>
                </a:solidFill>
              </a:defRPr>
            </a:pPr>
            <a:r>
              <a:t>Total Identity &amp; Asset Loss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Within 4 minutes, attackers forward emails, change recovery phones, drain crypto wallets, and execute fraudulent credit card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2011680"/>
            <a:ext cx="24688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2800" b="1">
                <a:solidFill>
                  <a:srgbClr val="00F0FF"/>
                </a:solidFill>
              </a:defRPr>
            </a:pPr>
            <a:r>
              <a:t>04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The Enterprise Cost Gap</a:t>
            </a:r>
          </a:p>
          <a:p>
            <a:pPr>
              <a:spcAft>
                <a:spcPts val="1400"/>
              </a:spcAft>
              <a:defRPr sz="1100">
                <a:solidFill>
                  <a:srgbClr val="00F0FF"/>
                </a:solidFill>
              </a:defRPr>
            </a:pPr>
            <a:r>
              <a:t>$50,000+ Enterprise Barrier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Enterprise automated SOAR tools (CrowdStrike, Palo Alto) cost over $50k/year and require a Tier-3 SOC team. Everyday people and small teams have zero real-time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SentinelFlow: Autonomous Multi-Agent SecOps on Fetch.ai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200" b="1">
                <a:solidFill>
                  <a:srgbClr val="00F0FF"/>
                </a:solidFill>
              </a:defRPr>
            </a:pPr>
            <a:r>
              <a:t>STEP 1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Instant Detection (Free)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Investigator Agent correlates SIEM authentication logs in milliseconds. Spots brute-force bursts, impossible travel, and unauthorized MFA bypass attempts.</a:t>
            </a:r>
          </a:p>
          <a:p>
            <a:pPr>
              <a:defRPr sz="2400" b="1">
                <a:solidFill>
                  <a:srgbClr val="00F0FF"/>
                </a:solidFill>
              </a:defRPr>
            </a:pPr>
            <a:r>
              <a:t>&lt; 500 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Detection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STEP 2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1-Tap Severance (0.1 FET)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Victim taps 'Kick them out' or confirms via ACP chat. Containment Agent instantly invalidates OAuth tokens, revokes sessions everywhere, and firewalls the attacker IP.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 Second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Response Time (~$0.10)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Cryptographic Proof (Free)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Auditor Agent independently inspects post-action state to verify 0 active sessions remain, computing an immutable SHA-256 certificate for bank &amp; insurance records.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SHA-256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Verifiable Proof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Collaborative 5-Agent Swarm (Fetch.ai uAgents Bureau)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777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Coordinator Agent  —  </a:t>
            </a:r>
            <a:r>
              <a:rPr sz="1200" b="1">
                <a:solidFill>
                  <a:srgbClr val="00F0FF"/>
                </a:solidFill>
              </a:rPr>
              <a:t>[Frontline Chat &amp; Orchestrator]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Interfaces with ASI:One via Agent Chat Protocol (ACP). Parses natural language, presents adaptive cards, and coordinates swarm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62072"/>
            <a:ext cx="10728655" cy="777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Investigator Agent  —  </a:t>
            </a:r>
            <a:r>
              <a:rPr sz="1200" b="1">
                <a:solidFill>
                  <a:srgbClr val="00F0FF"/>
                </a:solidFill>
              </a:rPr>
              <a:t>[SIEM Telemetry &amp; Log Ingestion]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Queries authentication tables, tracks geographic IP deltas, and neutralizes indirect prompt injections hidden in user-agent strings.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03904"/>
            <a:ext cx="10728655" cy="777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Threat Analyst Agent  —  </a:t>
            </a:r>
            <a:r>
              <a:rPr sz="1200" b="1">
                <a:solidFill>
                  <a:srgbClr val="00F0FF"/>
                </a:solidFill>
              </a:rPr>
              <a:t>[MITRE ATT&amp;CK Scoring (0-100)]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Applies deterministic rule engine against T1110 (Brute Force), T1078 (Compromised Credentials), and T1556 (MFA Bypass).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45736"/>
            <a:ext cx="10728655" cy="777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Containment Agent  —  </a:t>
            </a:r>
            <a:r>
              <a:rPr sz="1200" b="1">
                <a:solidFill>
                  <a:srgbClr val="00F0FF"/>
                </a:solidFill>
              </a:rPr>
              <a:t>[HITL Policy Gate &amp; Severance]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Enforces Human-in-the-Loop policy gate. With user approval, executes zero-trust OAuth revocation and IP firewall quarantine.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87568"/>
            <a:ext cx="10728655" cy="777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Auditor Agent  —  </a:t>
            </a:r>
            <a:r>
              <a:rPr sz="1200" b="1">
                <a:solidFill>
                  <a:srgbClr val="00F0FF"/>
                </a:solidFill>
              </a:rPr>
              <a:t>[Closed-Loop Verification &amp; Receipts]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Queries session table post-remediation to confirm active_sessions == 0, then computes a cryptographic SHA-256 state certificate.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4. 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Existing Tools &amp; Why They Fail Everyday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Enterprise SOAR &amp; SIEM</a:t>
            </a:r>
          </a:p>
          <a:p>
            <a:pPr>
              <a:spcAft>
                <a:spcPts val="1600"/>
              </a:spcAft>
              <a:defRPr sz="1100">
                <a:solidFill>
                  <a:srgbClr val="00F0FF"/>
                </a:solidFill>
              </a:defRPr>
            </a:pPr>
            <a:r>
              <a:t>e.g. Splunk, CrowdStrike Falcon, Palo Alto Cortex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STRENGTHS:</a:t>
            </a:r>
          </a:p>
          <a:p>
            <a:pPr>
              <a:spcAft>
                <a:spcPts val="1800"/>
              </a:spcAft>
              <a:defRPr sz="1200">
                <a:solidFill>
                  <a:srgbClr val="94A3B8"/>
                </a:solidFill>
              </a:defRPr>
            </a:pPr>
            <a:r>
              <a:t>Powerful automated playbooks, advanced telemetry correlation.</a:t>
            </a:r>
          </a:p>
          <a:p>
            <a:pPr>
              <a:spcAft>
                <a:spcPts val="200"/>
              </a:spcAft>
              <a:defRPr sz="1100" b="1">
                <a:solidFill>
                  <a:srgbClr val="EF4444"/>
                </a:solidFill>
              </a:defRPr>
            </a:pPr>
            <a:r>
              <a:t>THE FATAL FLAW: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Prohibitive cost ($50k - $200k/year), requires dedicated Tier-3 SOC engineers, impossible for consumers or small businesses.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Consumer Antivirus / EDR</a:t>
            </a:r>
          </a:p>
          <a:p>
            <a:pPr>
              <a:spcAft>
                <a:spcPts val="1600"/>
              </a:spcAft>
              <a:defRPr sz="1100">
                <a:solidFill>
                  <a:srgbClr val="00F0FF"/>
                </a:solidFill>
              </a:defRPr>
            </a:pPr>
            <a:r>
              <a:t>e.g. Norton 360, McAfee, Bitdefender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STRENGTHS:</a:t>
            </a:r>
          </a:p>
          <a:p>
            <a:pPr>
              <a:spcAft>
                <a:spcPts val="1800"/>
              </a:spcAft>
              <a:defRPr sz="1200">
                <a:solidFill>
                  <a:srgbClr val="94A3B8"/>
                </a:solidFill>
              </a:defRPr>
            </a:pPr>
            <a:r>
              <a:t>Scans local filesystem for malware, trojans, and phishing URLs.</a:t>
            </a:r>
          </a:p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</a:defRPr>
            </a:pPr>
            <a:r>
              <a:t>THE FATAL FLAW: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Completely blind to cloud account takeovers! If an attacker logs into your webmail or crypto account remotely, antivirus does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Traditional Customer Support</a:t>
            </a:r>
          </a:p>
          <a:p>
            <a:pPr>
              <a:spcAft>
                <a:spcPts val="1600"/>
              </a:spcAft>
              <a:defRPr sz="1100">
                <a:solidFill>
                  <a:srgbClr val="00F0FF"/>
                </a:solidFill>
              </a:defRPr>
            </a:pPr>
            <a:r>
              <a:t>e.g. Zendesk, Email Ticketing, Help Desks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STRENGTHS:</a:t>
            </a:r>
          </a:p>
          <a:p>
            <a:pPr>
              <a:spcAft>
                <a:spcPts val="1800"/>
              </a:spcAft>
              <a:defRPr sz="1200">
                <a:solidFill>
                  <a:srgbClr val="94A3B8"/>
                </a:solidFill>
              </a:defRPr>
            </a:pPr>
            <a:r>
              <a:t>Familiar human point of contact.</a:t>
            </a:r>
          </a:p>
          <a:p>
            <a:pPr>
              <a:spcAft>
                <a:spcPts val="200"/>
              </a:spcAft>
              <a:defRPr sz="1100" b="1">
                <a:solidFill>
                  <a:srgbClr val="EF4444"/>
                </a:solidFill>
              </a:defRPr>
            </a:pPr>
            <a:r>
              <a:t>THE FATAL FLAW: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24 to 48-hour response latency. By the time a support rep reviews the ticket, credentials and assets are long gone.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5. 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SentinelFlow Wins — Direct Comparison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057400"/>
                <a:gridCol w="2057400"/>
                <a:gridCol w="2057400"/>
                <a:gridCol w="2057400"/>
              </a:tblGrid>
              <a:tr h="8412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 / Metric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0FF"/>
                          </a:solidFill>
                        </a:defRPr>
                      </a:pPr>
                      <a:r>
                        <a:t>SentinelFlow (Fetch.ai)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Enterprise SOAR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Consumer Antivirus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 Support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Response Latency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0FF"/>
                          </a:solidFill>
                        </a:defRPr>
                      </a:pPr>
                      <a:r>
                        <a:t>Sub-Second (~1.0s)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Seconds (Scripted)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N/A (No Cloud Action)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24 to 48 Hours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0FF"/>
                          </a:solidFill>
                        </a:defRPr>
                      </a:pPr>
                      <a:r>
                        <a:t>0.1 FET ($0.10) / action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$50,000+ / year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$50 - $100 / year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Bundled (Slow)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Interface / UX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0FF"/>
                          </a:solidFill>
                        </a:defRPr>
                      </a:pPr>
                      <a:r>
                        <a:t>Plain English ASI:One Chat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Complex SIEM Queries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Desktop Tray App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Email Ticket Form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Proof of Containment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0FF"/>
                          </a:solidFill>
                        </a:defRPr>
                      </a:pPr>
                      <a:r>
                        <a:t>Cryptographic SHA-256 Proof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Internal Server Logs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'We have resolved it'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6.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Sustainable Economics Powered by Fetch.ai Micropayments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MODEL A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B2C Roadside Rescue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Target: Everyday crypto &amp; web users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Scans &amp; Threat Reports: 100% Free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Emergency 1-Tap Lockdown: 0.1 FET (~$0.10)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No subscription lock-in or recurring fees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Settled on-chain via Fetch.ai escrow protocol</a:t>
            </a:r>
          </a:p>
          <a:p>
            <a:pPr>
              <a:spcBef>
                <a:spcPts val="1600"/>
              </a:spcBef>
              <a:defRPr sz="2000" b="1">
                <a:solidFill>
                  <a:srgbClr val="00F0FF"/>
                </a:solidFill>
              </a:defRPr>
            </a:pPr>
            <a:r>
              <a:t>0.1 FET / rescue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MODEL B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B2B Startup Slack Bot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Target: 10-50 person engineering teams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Autonomous SecOps bot in Slack / Discord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Replaces $120k/yr junior SOC analyst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Automated triage, credential hygiene &amp; audit trail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Paid via monthly FET subscription</a:t>
            </a:r>
          </a:p>
          <a:p>
            <a:pPr>
              <a:spcBef>
                <a:spcPts val="1600"/>
              </a:spcBef>
              <a:defRPr sz="2000" b="1">
                <a:solidFill>
                  <a:srgbClr val="F59E0B"/>
                </a:solidFill>
              </a:defRPr>
            </a:pPr>
            <a:r>
              <a:t>$99 - $299 /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11680"/>
            <a:ext cx="3383280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MODEL C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Agent-to-Agent API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Target: Autonomous agents on Fetch.ai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DeFi bots, assistants, and trading agents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Query SentinelFlow to verify partner identities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Machine-to-machine micro-fee settlement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Fully decentralized trust primitive</a:t>
            </a:r>
          </a:p>
          <a:p>
            <a:pPr>
              <a:spcBef>
                <a:spcPts val="1600"/>
              </a:spcBef>
              <a:defRPr sz="2000" b="1">
                <a:solidFill>
                  <a:srgbClr val="10B981"/>
                </a:solidFill>
              </a:defRPr>
            </a:pPr>
            <a:r>
              <a:t>0.05 FET / audit 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7. LIVE STATUS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Readiness on Fetch.ai Mainnet &amp; Agentverse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828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AGENTVERSE MAILBOX</a:t>
            </a:r>
          </a:p>
          <a:p>
            <a:pPr>
              <a:spcAft>
                <a:spcPts val="600"/>
              </a:spcAft>
              <a:defRPr sz="2400" b="1">
                <a:solidFill>
                  <a:srgbClr val="10B981"/>
                </a:solidFill>
              </a:defRPr>
            </a:pPr>
            <a:r>
              <a:t>CONNECTED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Live on agentverse.ai with ACP 0.1.0 published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2011680"/>
            <a:ext cx="5120640" cy="1828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COORDINATOR ADDRESS</a:t>
            </a:r>
          </a:p>
          <a:p>
            <a:pPr>
              <a:spcAft>
                <a:spcPts val="600"/>
              </a:spcAft>
              <a:defRPr sz="2400" b="1">
                <a:solidFill>
                  <a:srgbClr val="00F0FF"/>
                </a:solidFill>
              </a:defRPr>
            </a:pPr>
            <a:r>
              <a:t>agent1qwstka...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Fully discoverable in ASI:One chat directory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20640" cy="1828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AUTOMATED TESTS</a:t>
            </a:r>
          </a:p>
          <a:p>
            <a:pPr>
              <a:spcAft>
                <a:spcPts val="600"/>
              </a:spcAft>
              <a:defRPr sz="2400" b="1">
                <a:solidFill>
                  <a:srgbClr val="10B981"/>
                </a:solidFill>
              </a:defRPr>
            </a:pPr>
            <a:r>
              <a:t>26 / 26 PASSING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100% test coverage across multi-agent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4206240"/>
            <a:ext cx="5120640" cy="1828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INTERACTIVE CONSOLE</a:t>
            </a:r>
          </a:p>
          <a:p>
            <a:pPr>
              <a:spcAft>
                <a:spcPts val="600"/>
              </a:spcAft>
              <a:defRPr sz="2400" b="1">
                <a:solidFill>
                  <a:srgbClr val="00F0FF"/>
                </a:solidFill>
              </a:defRPr>
            </a:pPr>
            <a:r>
              <a:t>LIVE (PORT 3000)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Real working Python REST API + deterministic scoring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